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DCE7C0-73B2-4295-A638-57A0EE5A6E9C}" v="6" dt="2026-08-10T18:03:37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av, Vipin" userId="5d5c3c82-6ef4-4c93-ba77-9a324996ae35" providerId="ADAL" clId="{8C859D24-2A3E-41E6-9550-22A3361FBBEF}"/>
    <pc:docChg chg="undo custSel mod addSld delSld modSld">
      <pc:chgData name="Yadav, Vipin" userId="5d5c3c82-6ef4-4c93-ba77-9a324996ae35" providerId="ADAL" clId="{8C859D24-2A3E-41E6-9550-22A3361FBBEF}" dt="2026-08-10T18:07:00.560" v="56" actId="26606"/>
      <pc:docMkLst>
        <pc:docMk/>
      </pc:docMkLst>
      <pc:sldChg chg="addSp delSp modSp mod modMedia modClrScheme delAnim chgLayout">
        <pc:chgData name="Yadav, Vipin" userId="5d5c3c82-6ef4-4c93-ba77-9a324996ae35" providerId="ADAL" clId="{8C859D24-2A3E-41E6-9550-22A3361FBBEF}" dt="2026-08-10T18:03:37.578" v="44"/>
        <pc:sldMkLst>
          <pc:docMk/>
          <pc:sldMk cId="0" sldId="256"/>
        </pc:sldMkLst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56"/>
            <ac:spMk id="2" creationId="{00000000-0000-0000-0000-000000000000}"/>
          </ac:spMkLst>
        </pc:spChg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56"/>
            <ac:spMk id="3" creationId="{00000000-0000-0000-0000-000000000000}"/>
          </ac:spMkLst>
        </pc:spChg>
        <pc:picChg chg="add del mod">
          <ac:chgData name="Yadav, Vipin" userId="5d5c3c82-6ef4-4c93-ba77-9a324996ae35" providerId="ADAL" clId="{8C859D24-2A3E-41E6-9550-22A3361FBBEF}" dt="2026-08-10T18:00:05.044" v="10" actId="26606"/>
          <ac:picMkLst>
            <pc:docMk/>
            <pc:sldMk cId="0" sldId="256"/>
            <ac:picMk id="5" creationId="{5D5EC6D2-0E29-4190-B2C3-29BD69493F3B}"/>
          </ac:picMkLst>
        </pc:picChg>
      </pc:sldChg>
      <pc:sldChg chg="modSp mod">
        <pc:chgData name="Yadav, Vipin" userId="5d5c3c82-6ef4-4c93-ba77-9a324996ae35" providerId="ADAL" clId="{8C859D24-2A3E-41E6-9550-22A3361FBBEF}" dt="2026-08-10T18:03:37.578" v="44"/>
        <pc:sldMkLst>
          <pc:docMk/>
          <pc:sldMk cId="0" sldId="257"/>
        </pc:sldMkLst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57"/>
            <ac:spMk id="2" creationId="{00000000-0000-0000-0000-000000000000}"/>
          </ac:spMkLst>
        </pc:spChg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Yadav, Vipin" userId="5d5c3c82-6ef4-4c93-ba77-9a324996ae35" providerId="ADAL" clId="{8C859D24-2A3E-41E6-9550-22A3361FBBEF}" dt="2026-08-10T18:03:37.578" v="44"/>
        <pc:sldMkLst>
          <pc:docMk/>
          <pc:sldMk cId="0" sldId="258"/>
        </pc:sldMkLst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58"/>
            <ac:spMk id="2" creationId="{00000000-0000-0000-0000-000000000000}"/>
          </ac:spMkLst>
        </pc:spChg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Yadav, Vipin" userId="5d5c3c82-6ef4-4c93-ba77-9a324996ae35" providerId="ADAL" clId="{8C859D24-2A3E-41E6-9550-22A3361FBBEF}" dt="2026-08-10T18:03:37.578" v="44"/>
        <pc:sldMkLst>
          <pc:docMk/>
          <pc:sldMk cId="0" sldId="259"/>
        </pc:sldMkLst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59"/>
            <ac:spMk id="2" creationId="{00000000-0000-0000-0000-000000000000}"/>
          </ac:spMkLst>
        </pc:spChg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Yadav, Vipin" userId="5d5c3c82-6ef4-4c93-ba77-9a324996ae35" providerId="ADAL" clId="{8C859D24-2A3E-41E6-9550-22A3361FBBEF}" dt="2026-08-10T18:03:37.578" v="44"/>
        <pc:sldMkLst>
          <pc:docMk/>
          <pc:sldMk cId="0" sldId="260"/>
        </pc:sldMkLst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60"/>
            <ac:spMk id="2" creationId="{00000000-0000-0000-0000-000000000000}"/>
          </ac:spMkLst>
        </pc:spChg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Yadav, Vipin" userId="5d5c3c82-6ef4-4c93-ba77-9a324996ae35" providerId="ADAL" clId="{8C859D24-2A3E-41E6-9550-22A3361FBBEF}" dt="2026-08-10T18:03:37.578" v="44"/>
        <pc:sldMkLst>
          <pc:docMk/>
          <pc:sldMk cId="0" sldId="261"/>
        </pc:sldMkLst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61"/>
            <ac:spMk id="2" creationId="{00000000-0000-0000-0000-000000000000}"/>
          </ac:spMkLst>
        </pc:spChg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Yadav, Vipin" userId="5d5c3c82-6ef4-4c93-ba77-9a324996ae35" providerId="ADAL" clId="{8C859D24-2A3E-41E6-9550-22A3361FBBEF}" dt="2026-08-10T18:03:37.578" v="44"/>
        <pc:sldMkLst>
          <pc:docMk/>
          <pc:sldMk cId="0" sldId="262"/>
        </pc:sldMkLst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62"/>
            <ac:spMk id="2" creationId="{00000000-0000-0000-0000-000000000000}"/>
          </ac:spMkLst>
        </pc:spChg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62"/>
            <ac:spMk id="3" creationId="{00000000-0000-0000-0000-000000000000}"/>
          </ac:spMkLst>
        </pc:spChg>
      </pc:sldChg>
      <pc:sldChg chg="modSp">
        <pc:chgData name="Yadav, Vipin" userId="5d5c3c82-6ef4-4c93-ba77-9a324996ae35" providerId="ADAL" clId="{8C859D24-2A3E-41E6-9550-22A3361FBBEF}" dt="2026-08-10T18:03:37.578" v="44"/>
        <pc:sldMkLst>
          <pc:docMk/>
          <pc:sldMk cId="0" sldId="263"/>
        </pc:sldMkLst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63"/>
            <ac:spMk id="2" creationId="{00000000-0000-0000-0000-000000000000}"/>
          </ac:spMkLst>
        </pc:spChg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Yadav, Vipin" userId="5d5c3c82-6ef4-4c93-ba77-9a324996ae35" providerId="ADAL" clId="{8C859D24-2A3E-41E6-9550-22A3361FBBEF}" dt="2026-08-10T18:03:37.578" v="44"/>
        <pc:sldMkLst>
          <pc:docMk/>
          <pc:sldMk cId="0" sldId="264"/>
        </pc:sldMkLst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64"/>
            <ac:spMk id="2" creationId="{00000000-0000-0000-0000-000000000000}"/>
          </ac:spMkLst>
        </pc:spChg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Yadav, Vipin" userId="5d5c3c82-6ef4-4c93-ba77-9a324996ae35" providerId="ADAL" clId="{8C859D24-2A3E-41E6-9550-22A3361FBBEF}" dt="2026-08-10T18:03:37.578" v="44"/>
        <pc:sldMkLst>
          <pc:docMk/>
          <pc:sldMk cId="0" sldId="265"/>
        </pc:sldMkLst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65"/>
            <ac:spMk id="2" creationId="{00000000-0000-0000-0000-000000000000}"/>
          </ac:spMkLst>
        </pc:spChg>
        <pc:spChg chg="mod">
          <ac:chgData name="Yadav, Vipin" userId="5d5c3c82-6ef4-4c93-ba77-9a324996ae35" providerId="ADAL" clId="{8C859D24-2A3E-41E6-9550-22A3361FBBEF}" dt="2026-08-10T18:03:37.578" v="44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mod setBg setClrOvrMap">
        <pc:chgData name="Yadav, Vipin" userId="5d5c3c82-6ef4-4c93-ba77-9a324996ae35" providerId="ADAL" clId="{8C859D24-2A3E-41E6-9550-22A3361FBBEF}" dt="2026-08-10T18:07:00.560" v="56" actId="26606"/>
        <pc:sldMkLst>
          <pc:docMk/>
          <pc:sldMk cId="0" sldId="266"/>
        </pc:sldMkLst>
        <pc:spChg chg="mod">
          <ac:chgData name="Yadav, Vipin" userId="5d5c3c82-6ef4-4c93-ba77-9a324996ae35" providerId="ADAL" clId="{8C859D24-2A3E-41E6-9550-22A3361FBBEF}" dt="2026-08-10T18:07:00.560" v="56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Yadav, Vipin" userId="5d5c3c82-6ef4-4c93-ba77-9a324996ae35" providerId="ADAL" clId="{8C859D24-2A3E-41E6-9550-22A3361FBBEF}" dt="2026-08-10T18:07:00.560" v="56" actId="26606"/>
          <ac:spMkLst>
            <pc:docMk/>
            <pc:sldMk cId="0" sldId="266"/>
            <ac:spMk id="3" creationId="{00000000-0000-0000-0000-000000000000}"/>
          </ac:spMkLst>
        </pc:spChg>
        <pc:spChg chg="add del">
          <ac:chgData name="Yadav, Vipin" userId="5d5c3c82-6ef4-4c93-ba77-9a324996ae35" providerId="ADAL" clId="{8C859D24-2A3E-41E6-9550-22A3361FBBEF}" dt="2026-08-10T18:06:51.569" v="52" actId="26606"/>
          <ac:spMkLst>
            <pc:docMk/>
            <pc:sldMk cId="0" sldId="266"/>
            <ac:spMk id="8" creationId="{74CD14DB-BB81-479F-A1FC-1C75640E9F84}"/>
          </ac:spMkLst>
        </pc:spChg>
        <pc:spChg chg="add del">
          <ac:chgData name="Yadav, Vipin" userId="5d5c3c82-6ef4-4c93-ba77-9a324996ae35" providerId="ADAL" clId="{8C859D24-2A3E-41E6-9550-22A3361FBBEF}" dt="2026-08-10T18:06:51.569" v="52" actId="26606"/>
          <ac:spMkLst>
            <pc:docMk/>
            <pc:sldMk cId="0" sldId="266"/>
            <ac:spMk id="10" creationId="{C943A91B-7CA7-4592-A975-73B1BF8C4C74}"/>
          </ac:spMkLst>
        </pc:spChg>
        <pc:spChg chg="add del">
          <ac:chgData name="Yadav, Vipin" userId="5d5c3c82-6ef4-4c93-ba77-9a324996ae35" providerId="ADAL" clId="{8C859D24-2A3E-41E6-9550-22A3361FBBEF}" dt="2026-08-10T18:06:51.569" v="52" actId="26606"/>
          <ac:spMkLst>
            <pc:docMk/>
            <pc:sldMk cId="0" sldId="266"/>
            <ac:spMk id="12" creationId="{EC471314-E46A-414B-8D91-74880E84F187}"/>
          </ac:spMkLst>
        </pc:spChg>
        <pc:spChg chg="add del">
          <ac:chgData name="Yadav, Vipin" userId="5d5c3c82-6ef4-4c93-ba77-9a324996ae35" providerId="ADAL" clId="{8C859D24-2A3E-41E6-9550-22A3361FBBEF}" dt="2026-08-10T18:06:51.569" v="52" actId="26606"/>
          <ac:spMkLst>
            <pc:docMk/>
            <pc:sldMk cId="0" sldId="266"/>
            <ac:spMk id="14" creationId="{6A681326-1C9D-44A3-A627-3871BDAE4127}"/>
          </ac:spMkLst>
        </pc:spChg>
        <pc:spChg chg="add del">
          <ac:chgData name="Yadav, Vipin" userId="5d5c3c82-6ef4-4c93-ba77-9a324996ae35" providerId="ADAL" clId="{8C859D24-2A3E-41E6-9550-22A3361FBBEF}" dt="2026-08-10T18:06:55.964" v="54" actId="26606"/>
          <ac:spMkLst>
            <pc:docMk/>
            <pc:sldMk cId="0" sldId="266"/>
            <ac:spMk id="16" creationId="{0D9B8FD4-CDEB-4EB4-B4DE-C89E11938958}"/>
          </ac:spMkLst>
        </pc:spChg>
        <pc:spChg chg="add del">
          <ac:chgData name="Yadav, Vipin" userId="5d5c3c82-6ef4-4c93-ba77-9a324996ae35" providerId="ADAL" clId="{8C859D24-2A3E-41E6-9550-22A3361FBBEF}" dt="2026-08-10T18:06:55.964" v="54" actId="26606"/>
          <ac:spMkLst>
            <pc:docMk/>
            <pc:sldMk cId="0" sldId="266"/>
            <ac:spMk id="17" creationId="{5A2E3D1D-9E9F-4739-BA14-D4D7FA9FBDD1}"/>
          </ac:spMkLst>
        </pc:spChg>
        <pc:spChg chg="add del">
          <ac:chgData name="Yadav, Vipin" userId="5d5c3c82-6ef4-4c93-ba77-9a324996ae35" providerId="ADAL" clId="{8C859D24-2A3E-41E6-9550-22A3361FBBEF}" dt="2026-08-10T18:06:55.964" v="54" actId="26606"/>
          <ac:spMkLst>
            <pc:docMk/>
            <pc:sldMk cId="0" sldId="266"/>
            <ac:spMk id="18" creationId="{1FFB365B-E9DC-4859-B8AB-CB83EEBE4E28}"/>
          </ac:spMkLst>
        </pc:spChg>
        <pc:spChg chg="add del">
          <ac:chgData name="Yadav, Vipin" userId="5d5c3c82-6ef4-4c93-ba77-9a324996ae35" providerId="ADAL" clId="{8C859D24-2A3E-41E6-9550-22A3361FBBEF}" dt="2026-08-10T18:06:55.964" v="54" actId="26606"/>
          <ac:spMkLst>
            <pc:docMk/>
            <pc:sldMk cId="0" sldId="266"/>
            <ac:spMk id="19" creationId="{8ADAB9C8-EB37-4914-A699-C716FC8FE4FE}"/>
          </ac:spMkLst>
        </pc:spChg>
        <pc:spChg chg="add del">
          <ac:chgData name="Yadav, Vipin" userId="5d5c3c82-6ef4-4c93-ba77-9a324996ae35" providerId="ADAL" clId="{8C859D24-2A3E-41E6-9550-22A3361FBBEF}" dt="2026-08-10T18:07:00.560" v="56" actId="26606"/>
          <ac:spMkLst>
            <pc:docMk/>
            <pc:sldMk cId="0" sldId="266"/>
            <ac:spMk id="21" creationId="{052BEFF1-896C-45B1-B02C-96A6A1BC389A}"/>
          </ac:spMkLst>
        </pc:spChg>
        <pc:spChg chg="add del">
          <ac:chgData name="Yadav, Vipin" userId="5d5c3c82-6ef4-4c93-ba77-9a324996ae35" providerId="ADAL" clId="{8C859D24-2A3E-41E6-9550-22A3361FBBEF}" dt="2026-08-10T18:07:00.560" v="56" actId="26606"/>
          <ac:spMkLst>
            <pc:docMk/>
            <pc:sldMk cId="0" sldId="266"/>
            <ac:spMk id="22" creationId="{BB237A14-61B1-4C00-A670-5D8D68A8668E}"/>
          </ac:spMkLst>
        </pc:spChg>
        <pc:spChg chg="add del">
          <ac:chgData name="Yadav, Vipin" userId="5d5c3c82-6ef4-4c93-ba77-9a324996ae35" providerId="ADAL" clId="{8C859D24-2A3E-41E6-9550-22A3361FBBEF}" dt="2026-08-10T18:07:00.560" v="56" actId="26606"/>
          <ac:spMkLst>
            <pc:docMk/>
            <pc:sldMk cId="0" sldId="266"/>
            <ac:spMk id="23" creationId="{8598F259-6F54-47A3-8D13-1603D786A328}"/>
          </ac:spMkLst>
        </pc:spChg>
        <pc:spChg chg="add del">
          <ac:chgData name="Yadav, Vipin" userId="5d5c3c82-6ef4-4c93-ba77-9a324996ae35" providerId="ADAL" clId="{8C859D24-2A3E-41E6-9550-22A3361FBBEF}" dt="2026-08-10T18:07:00.560" v="56" actId="26606"/>
          <ac:spMkLst>
            <pc:docMk/>
            <pc:sldMk cId="0" sldId="266"/>
            <ac:spMk id="24" creationId="{0BA768A8-4FED-4ED8-9E46-6BE72188ECD2}"/>
          </ac:spMkLst>
        </pc:spChg>
      </pc:sldChg>
      <pc:sldChg chg="addSp modSp mod setBg">
        <pc:chgData name="Yadav, Vipin" userId="5d5c3c82-6ef4-4c93-ba77-9a324996ae35" providerId="ADAL" clId="{8C859D24-2A3E-41E6-9550-22A3361FBBEF}" dt="2026-08-10T18:06:39.833" v="50" actId="26606"/>
        <pc:sldMkLst>
          <pc:docMk/>
          <pc:sldMk cId="0" sldId="267"/>
        </pc:sldMkLst>
        <pc:spChg chg="mod">
          <ac:chgData name="Yadav, Vipin" userId="5d5c3c82-6ef4-4c93-ba77-9a324996ae35" providerId="ADAL" clId="{8C859D24-2A3E-41E6-9550-22A3361FBBEF}" dt="2026-08-10T18:06:39.833" v="50" actId="26606"/>
          <ac:spMkLst>
            <pc:docMk/>
            <pc:sldMk cId="0" sldId="267"/>
            <ac:spMk id="2" creationId="{00000000-0000-0000-0000-000000000000}"/>
          </ac:spMkLst>
        </pc:spChg>
        <pc:spChg chg="mod">
          <ac:chgData name="Yadav, Vipin" userId="5d5c3c82-6ef4-4c93-ba77-9a324996ae35" providerId="ADAL" clId="{8C859D24-2A3E-41E6-9550-22A3361FBBEF}" dt="2026-08-10T18:06:39.833" v="50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Yadav, Vipin" userId="5d5c3c82-6ef4-4c93-ba77-9a324996ae35" providerId="ADAL" clId="{8C859D24-2A3E-41E6-9550-22A3361FBBEF}" dt="2026-08-10T18:06:39.833" v="50" actId="26606"/>
          <ac:spMkLst>
            <pc:docMk/>
            <pc:sldMk cId="0" sldId="267"/>
            <ac:spMk id="8" creationId="{923E8915-D2AA-4327-A45A-972C3CA9574B}"/>
          </ac:spMkLst>
        </pc:spChg>
        <pc:spChg chg="add">
          <ac:chgData name="Yadav, Vipin" userId="5d5c3c82-6ef4-4c93-ba77-9a324996ae35" providerId="ADAL" clId="{8C859D24-2A3E-41E6-9550-22A3361FBBEF}" dt="2026-08-10T18:06:39.833" v="50" actId="26606"/>
          <ac:spMkLst>
            <pc:docMk/>
            <pc:sldMk cId="0" sldId="267"/>
            <ac:spMk id="10" creationId="{8302FC3C-9804-4950-B721-5FD704BA6065}"/>
          </ac:spMkLst>
        </pc:spChg>
        <pc:spChg chg="add">
          <ac:chgData name="Yadav, Vipin" userId="5d5c3c82-6ef4-4c93-ba77-9a324996ae35" providerId="ADAL" clId="{8C859D24-2A3E-41E6-9550-22A3361FBBEF}" dt="2026-08-10T18:06:39.833" v="50" actId="26606"/>
          <ac:spMkLst>
            <pc:docMk/>
            <pc:sldMk cId="0" sldId="267"/>
            <ac:spMk id="16" creationId="{F3798573-F27B-47EB-8EA4-7EE34954C2D6}"/>
          </ac:spMkLst>
        </pc:spChg>
        <pc:picChg chg="add">
          <ac:chgData name="Yadav, Vipin" userId="5d5c3c82-6ef4-4c93-ba77-9a324996ae35" providerId="ADAL" clId="{8C859D24-2A3E-41E6-9550-22A3361FBBEF}" dt="2026-08-10T18:06:39.833" v="50" actId="26606"/>
          <ac:picMkLst>
            <pc:docMk/>
            <pc:sldMk cId="0" sldId="267"/>
            <ac:picMk id="14" creationId="{3BC6EBB2-9BDC-4075-BA6B-43A9FBF9C86C}"/>
          </ac:picMkLst>
        </pc:picChg>
        <pc:cxnChg chg="add">
          <ac:chgData name="Yadav, Vipin" userId="5d5c3c82-6ef4-4c93-ba77-9a324996ae35" providerId="ADAL" clId="{8C859D24-2A3E-41E6-9550-22A3361FBBEF}" dt="2026-08-10T18:06:39.833" v="50" actId="26606"/>
          <ac:cxnSpMkLst>
            <pc:docMk/>
            <pc:sldMk cId="0" sldId="267"/>
            <ac:cxnSpMk id="12" creationId="{6B9695BD-ECF6-49CA-8877-8C493193C65D}"/>
          </ac:cxnSpMkLst>
        </pc:cxnChg>
      </pc:sldChg>
      <pc:sldChg chg="addSp delSp modSp mod setBg addAnim">
        <pc:chgData name="Yadav, Vipin" userId="5d5c3c82-6ef4-4c93-ba77-9a324996ae35" providerId="ADAL" clId="{8C859D24-2A3E-41E6-9550-22A3361FBBEF}" dt="2026-08-10T18:06:28.403" v="49"/>
        <pc:sldMkLst>
          <pc:docMk/>
          <pc:sldMk cId="0" sldId="268"/>
        </pc:sldMkLst>
        <pc:spChg chg="mod">
          <ac:chgData name="Yadav, Vipin" userId="5d5c3c82-6ef4-4c93-ba77-9a324996ae35" providerId="ADAL" clId="{8C859D24-2A3E-41E6-9550-22A3361FBBEF}" dt="2026-08-10T18:06:28.403" v="48" actId="26606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Yadav, Vipin" userId="5d5c3c82-6ef4-4c93-ba77-9a324996ae35" providerId="ADAL" clId="{8C859D24-2A3E-41E6-9550-22A3361FBBEF}" dt="2026-08-10T18:06:22.029" v="47" actId="478"/>
          <ac:spMkLst>
            <pc:docMk/>
            <pc:sldMk cId="0" sldId="268"/>
            <ac:spMk id="3" creationId="{00000000-0000-0000-0000-000000000000}"/>
          </ac:spMkLst>
        </pc:spChg>
        <pc:spChg chg="add">
          <ac:chgData name="Yadav, Vipin" userId="5d5c3c82-6ef4-4c93-ba77-9a324996ae35" providerId="ADAL" clId="{8C859D24-2A3E-41E6-9550-22A3361FBBEF}" dt="2026-08-10T18:06:28.403" v="48" actId="26606"/>
          <ac:spMkLst>
            <pc:docMk/>
            <pc:sldMk cId="0" sldId="268"/>
            <ac:spMk id="7" creationId="{E6A222EB-A81E-4238-B08D-AAB1828C8E0B}"/>
          </ac:spMkLst>
        </pc:spChg>
        <pc:spChg chg="add">
          <ac:chgData name="Yadav, Vipin" userId="5d5c3c82-6ef4-4c93-ba77-9a324996ae35" providerId="ADAL" clId="{8C859D24-2A3E-41E6-9550-22A3361FBBEF}" dt="2026-08-10T18:06:28.403" v="48" actId="26606"/>
          <ac:spMkLst>
            <pc:docMk/>
            <pc:sldMk cId="0" sldId="268"/>
            <ac:spMk id="9" creationId="{E014676C-074B-475A-8346-9C901C86CB97}"/>
          </ac:spMkLst>
        </pc:spChg>
        <pc:cxnChg chg="add">
          <ac:chgData name="Yadav, Vipin" userId="5d5c3c82-6ef4-4c93-ba77-9a324996ae35" providerId="ADAL" clId="{8C859D24-2A3E-41E6-9550-22A3361FBBEF}" dt="2026-08-10T18:06:28.403" v="48" actId="26606"/>
          <ac:cxnSpMkLst>
            <pc:docMk/>
            <pc:sldMk cId="0" sldId="268"/>
            <ac:cxnSpMk id="11" creationId="{179C4C8E-197B-4679-AE96-B5147F971C90}"/>
          </ac:cxnSpMkLst>
        </pc:cxnChg>
      </pc:sldChg>
      <pc:sldChg chg="new del">
        <pc:chgData name="Yadav, Vipin" userId="5d5c3c82-6ef4-4c93-ba77-9a324996ae35" providerId="ADAL" clId="{8C859D24-2A3E-41E6-9550-22A3361FBBEF}" dt="2026-08-10T18:02:46.781" v="25" actId="2696"/>
        <pc:sldMkLst>
          <pc:docMk/>
          <pc:sldMk cId="2607430488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6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2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77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21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47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93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75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43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57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02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20248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19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47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1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00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8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187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Automotive Cybersecurity Service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A Machine Learning Capstone Project</a:t>
            </a:r>
          </a:p>
          <a:p>
            <a:r>
              <a:rPr dirty="0"/>
              <a:t>Predicting Cybersecurity Package Adoption for Connected Vehicles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t>01  Business Problem &amp; Objectives</a:t>
            </a:r>
          </a:p>
          <a:p>
            <a:pPr>
              <a:defRPr sz="1800"/>
            </a:pPr>
            <a:r>
              <a:t>02  Dataset Overview</a:t>
            </a:r>
          </a:p>
          <a:p>
            <a:pPr>
              <a:defRPr sz="1800"/>
            </a:pPr>
            <a:r>
              <a:t>03  Exploratory Data Analysis</a:t>
            </a:r>
          </a:p>
          <a:p>
            <a:pPr>
              <a:defRPr sz="1800"/>
            </a:pPr>
            <a:r>
              <a:t>04  Feature Engineering</a:t>
            </a:r>
          </a:p>
          <a:p>
            <a:pPr>
              <a:defRPr sz="1800"/>
            </a:pPr>
            <a:r>
              <a:t>05  Models Built &amp; Cross-Validation</a:t>
            </a:r>
          </a:p>
          <a:p>
            <a:pPr>
              <a:defRPr sz="1800"/>
            </a:pPr>
            <a:r>
              <a:t>06  Results &amp; Best Model</a:t>
            </a:r>
          </a:p>
          <a:p>
            <a:pPr>
              <a:defRPr sz="1800"/>
            </a:pPr>
            <a:r>
              <a:t>07  Top Cybersecurity Adoption Drivers</a:t>
            </a:r>
          </a:p>
          <a:p>
            <a:pPr>
              <a:defRPr sz="1800"/>
            </a:pPr>
            <a:r>
              <a:t>08  Prediction Examples</a:t>
            </a:r>
          </a:p>
          <a:p>
            <a:pPr>
              <a:defRPr sz="1800"/>
            </a:pPr>
            <a:r>
              <a:t>09  Business Insights &amp; Recommendations</a:t>
            </a:r>
          </a:p>
          <a:p>
            <a:pPr>
              <a:defRPr sz="1800"/>
            </a:pPr>
            <a:r>
              <a:t>10 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t>Client:  Automotive OEMs / Harman</a:t>
            </a:r>
          </a:p>
          <a:p>
            <a:pPr>
              <a:defRPr sz="1800"/>
            </a:pPr>
            <a:r>
              <a:t>Problem:</a:t>
            </a:r>
          </a:p>
          <a:p>
            <a:pPr>
              <a:defRPr sz="1800"/>
            </a:pPr>
            <a:r>
              <a:t>  Vehicles are becoming Software Defined Vehicles (SDVs) with cloud, ADAS, and OTA features</a:t>
            </a:r>
          </a:p>
          <a:p>
            <a:pPr>
              <a:defRPr sz="1800"/>
            </a:pPr>
            <a:r>
              <a:t>  No data-driven way to predict which cybersecurity package a vehicle should adopt</a:t>
            </a:r>
          </a:p>
          <a:p>
            <a:pPr>
              <a:defRPr sz="1800"/>
            </a:pPr>
            <a:r>
              <a:t>  Missed opportunity to design and market the right protection tier</a:t>
            </a:r>
          </a:p>
          <a:p>
            <a:pPr>
              <a:defRPr sz="1800"/>
            </a:pPr>
            <a:r>
              <a:t>Objective:</a:t>
            </a:r>
          </a:p>
          <a:p>
            <a:pPr>
              <a:defRPr sz="1800"/>
            </a:pPr>
            <a:r>
              <a:t>  Build a multi-class ML model to predict Cybersecurity_Service adoption</a:t>
            </a:r>
          </a:p>
          <a:p>
            <a:pPr>
              <a:defRPr sz="1800"/>
            </a:pPr>
            <a:r>
              <a:t>  Provide product/sales teams with data-driven recommendations</a:t>
            </a:r>
          </a:p>
          <a:p>
            <a:pPr>
              <a:defRPr sz="1800"/>
            </a:pPr>
            <a:r>
              <a:t>  Success Metric:  Weighted F1-Score (primary)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/>
            </a:pPr>
            <a:r>
              <a:t>Source:  automotive_cybersecurity_adoption_dataset_3000.csv</a:t>
            </a:r>
          </a:p>
          <a:p>
            <a:pPr>
              <a:defRPr sz="1800"/>
            </a:pPr>
            <a:r>
              <a:t>Total Vehicles:        3,000</a:t>
            </a:r>
          </a:p>
          <a:p>
            <a:pPr>
              <a:defRPr sz="1800"/>
            </a:pPr>
            <a:r>
              <a:t>Total Features:        15 columns (14 input + 1 target)</a:t>
            </a:r>
          </a:p>
          <a:p>
            <a:pPr>
              <a:defRPr sz="1800"/>
            </a:pPr>
            <a:r>
              <a:t>Target Column:        Cybersecurity_Service  (5 classes)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Class Distribution:</a:t>
            </a:r>
          </a:p>
          <a:p>
            <a:pPr>
              <a:defRPr sz="1800"/>
            </a:pPr>
            <a:r>
              <a:t>  Threat Detection:            716 (23.9%)</a:t>
            </a:r>
          </a:p>
          <a:p>
            <a:pPr>
              <a:defRPr sz="1800"/>
            </a:pPr>
            <a:r>
              <a:t>  OTA Security:                704 (23.5%)</a:t>
            </a:r>
          </a:p>
          <a:p>
            <a:pPr>
              <a:defRPr sz="1800"/>
            </a:pPr>
            <a:r>
              <a:t>  Vulnerability Management:    675 (22.5%)</a:t>
            </a:r>
          </a:p>
          <a:p>
            <a:pPr>
              <a:defRPr sz="1800"/>
            </a:pPr>
            <a:r>
              <a:t>  Basic Monitoring:            612 (20.4%)</a:t>
            </a:r>
          </a:p>
          <a:p>
            <a:pPr>
              <a:defRPr sz="1800"/>
            </a:pPr>
            <a:r>
              <a:t>  Premium Cyber Suite:         293  (9.8%)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—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/>
            </a:pPr>
            <a:r>
              <a:t>No null values found in the dataset</a:t>
            </a:r>
          </a:p>
          <a:p>
            <a:pPr>
              <a:defRPr sz="1800"/>
            </a:pPr>
            <a:r>
              <a:t>No duplicate rows detected</a:t>
            </a:r>
          </a:p>
          <a:p>
            <a:pPr>
              <a:defRPr sz="1800"/>
            </a:pPr>
            <a:r>
              <a:t>No error/placeholder values found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Key EDA Observations:</a:t>
            </a:r>
          </a:p>
          <a:p>
            <a:pPr>
              <a:defRPr sz="1800"/>
            </a:pPr>
            <a:r>
              <a:t>  Connected &amp; OTA-enabled vehicles adopt more advanced packages</a:t>
            </a:r>
          </a:p>
          <a:p>
            <a:pPr>
              <a:defRPr sz="1800"/>
            </a:pPr>
            <a:r>
              <a:t>  Higher ADAS_Level strongly correlates with Premium Cyber Suite adoption</a:t>
            </a:r>
          </a:p>
          <a:p>
            <a:pPr>
              <a:defRPr sz="1800"/>
            </a:pPr>
            <a:r>
              <a:t>  Luxury and Premium segments show the highest advanced package adoption</a:t>
            </a:r>
          </a:p>
          <a:p>
            <a:pPr>
              <a:defRPr sz="1800"/>
            </a:pPr>
            <a:r>
              <a:t>  Price positively associated with more advanced cybersecurity packages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7 plots generated  →  saved in output_plots/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t>One-Hot Encoding:</a:t>
            </a:r>
          </a:p>
          <a:p>
            <a:pPr>
              <a:defRPr sz="1800"/>
            </a:pPr>
            <a:r>
              <a:t>  Brand, Model, Fuel_Type, Transmission, Vehicle_Segment, Connected_Car, OTA_Update_Enabled</a:t>
            </a:r>
          </a:p>
          <a:p>
            <a:pPr>
              <a:defRPr sz="1800"/>
            </a:pPr>
            <a:r>
              <a:t>  drop_first=True to avoid dummy variable trap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Target Encoding:</a:t>
            </a:r>
          </a:p>
          <a:p>
            <a:pPr>
              <a:defRPr sz="1800"/>
            </a:pPr>
            <a:r>
              <a:t>  Cybersecurity_Service  →  LabelEncoder (5 classes)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Train / Test Split:  80% Train  |  20% Test  (stratified, random_state=42)</a:t>
            </a:r>
          </a:p>
          <a:p>
            <a:pPr>
              <a:defRPr sz="1800"/>
            </a:pPr>
            <a:r>
              <a:t>Scaling:  StandardScaler applied to all numerical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Built &amp; Validation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3 Models Trained:</a:t>
            </a:r>
          </a:p>
          <a:p>
            <a:pPr>
              <a:defRPr sz="1800"/>
            </a:pPr>
            <a:r>
              <a:t>  1.  Logistic Regression   max_iter=2000</a:t>
            </a:r>
          </a:p>
          <a:p>
            <a:pPr>
              <a:defRPr sz="1800"/>
            </a:pPr>
            <a:r>
              <a:t>  2.  Decision Tree          max_depth=10</a:t>
            </a:r>
          </a:p>
          <a:p>
            <a:pPr>
              <a:defRPr sz="1800"/>
            </a:pPr>
            <a:r>
              <a:t>  3.  Random Forest          n_estimators=200, max_depth=15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Validation:</a:t>
            </a:r>
          </a:p>
          <a:p>
            <a:pPr>
              <a:defRPr sz="1800"/>
            </a:pPr>
            <a:r>
              <a:t>  • 5-Fold Stratified Cross-Validation on training data</a:t>
            </a:r>
          </a:p>
          <a:p>
            <a:pPr>
              <a:defRPr sz="1800"/>
            </a:pPr>
            <a:r>
              <a:t>  • Hyperparameter Tuning via GridSearchCV for all 3 models</a:t>
            </a:r>
          </a:p>
          <a:p>
            <a:pPr>
              <a:defRPr sz="1800"/>
            </a:pPr>
            <a:r>
              <a:t>  • Metrics tracked (weighted): Accuracy, Precision, Recall, F1-Score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—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 Comparison (on Test Set after Hyperparameter Tuning):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Model                  Accuracy   Precision   Recall   F1-Score</a:t>
            </a:r>
          </a:p>
          <a:p>
            <a:pPr>
              <a:defRPr sz="1800"/>
            </a:pPr>
            <a:r>
              <a:t>Decision Tree ★         0.978        0.978      0.978     0.978   ← BEST</a:t>
            </a:r>
          </a:p>
          <a:p>
            <a:pPr>
              <a:defRPr sz="1800"/>
            </a:pPr>
            <a:r>
              <a:t>Logistic Regression     0.968        0.969      0.968     0.968</a:t>
            </a:r>
          </a:p>
          <a:p>
            <a:pPr>
              <a:defRPr sz="1800"/>
            </a:pPr>
            <a:r>
              <a:t>Random Forest           0.947        0.947      0.947     0.947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Best Model:  Decision Tree  (highest weighted F1-Score = 0.978)</a:t>
            </a:r>
          </a:p>
          <a:p>
            <a:pPr>
              <a:defRPr sz="1800"/>
            </a:pPr>
            <a:r>
              <a:t>Selection Criterion:  Weighted F1-Score chosen due to multi-class imbalance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Cybersecurity Adoption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Feature Importance (Decision Tree / Random Forest):</a:t>
            </a:r>
          </a:p>
          <a:p>
            <a:pPr>
              <a:defRPr sz="1800"/>
            </a:pPr>
            <a:r>
              <a:t>  1. ADAS_Level                 0.1715</a:t>
            </a:r>
          </a:p>
          <a:p>
            <a:pPr>
              <a:defRPr sz="1800"/>
            </a:pPr>
            <a:r>
              <a:t>  2. Price                      0.1533</a:t>
            </a:r>
          </a:p>
          <a:p>
            <a:pPr>
              <a:defRPr sz="1800"/>
            </a:pPr>
            <a:r>
              <a:t>  3. Connected_Car (Yes)        0.1368</a:t>
            </a:r>
          </a:p>
          <a:p>
            <a:pPr>
              <a:defRPr sz="1800"/>
            </a:pPr>
            <a:r>
              <a:t>  4. OTA_Update_Enabled (Yes)   0.1340</a:t>
            </a:r>
          </a:p>
          <a:p>
            <a:pPr>
              <a:defRPr sz="1800"/>
            </a:pPr>
            <a:r>
              <a:t>  5. Mileage                    0.0581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Interpretation: connectivity and driver-assistance sophistication are the</a:t>
            </a:r>
          </a:p>
          <a:p>
            <a:pPr>
              <a:defRPr sz="1800"/>
            </a:pPr>
            <a:r>
              <a:t>strongest signals of which cybersecurity tier a vehicle needs.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Vehicle A: Hyundai, Hybrid, ₹22,00,000, ADAS=2, Connected=Yes, OTA=Yes</a:t>
            </a:r>
          </a:p>
          <a:p>
            <a:pPr>
              <a:defRPr sz="1800"/>
            </a:pPr>
            <a:r>
              <a:t>   → Predicted: Premium Cyber Suite  (100% confidence)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Vehicle B: Tata, Petrol, ₹8,50,000, ADAS=0, Connected=No, OTA=No</a:t>
            </a:r>
          </a:p>
          <a:p>
            <a:pPr>
              <a:defRPr sz="1800"/>
            </a:pPr>
            <a:r>
              <a:t>   → Predicted: Vulnerability Management  (100% confidence)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Business Insights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800"/>
            </a:pPr>
            <a:r>
              <a:rPr lang="en-IN"/>
              <a:t>1. Most commonly adopted package: Threat Detection (23.9%)</a:t>
            </a:r>
          </a:p>
          <a:p>
            <a:pPr>
              <a:defRPr sz="1800"/>
            </a:pPr>
            <a:r>
              <a:rPr lang="en-IN"/>
              <a:t>2. Connected vehicles adopt far more advanced packages (91% OTA/Premium/Vuln. Mgmt)</a:t>
            </a:r>
          </a:p>
          <a:p>
            <a:pPr>
              <a:defRPr sz="1800"/>
            </a:pPr>
            <a:r>
              <a:rPr lang="en-IN"/>
              <a:t>3. OTA-enabled vehicles show 21.9% Premium Cyber Suite adoption vs 0.3% for non-OTA</a:t>
            </a:r>
          </a:p>
          <a:p>
            <a:pPr>
              <a:defRPr sz="1800"/>
            </a:pPr>
            <a:r>
              <a:rPr lang="en-IN"/>
              <a:t>4. Higher ADAS_Level strongly correlates with premium adoption (32.7% at ADAS=3)</a:t>
            </a:r>
          </a:p>
          <a:p>
            <a:pPr>
              <a:defRPr sz="1800"/>
            </a:pPr>
            <a:r>
              <a:rPr lang="en-IN"/>
              <a:t>5. Luxury segment has highest advanced adoption (75.5%), followed by Premium (61.5%)</a:t>
            </a:r>
          </a:p>
          <a:p>
            <a:pPr>
              <a:defRPr sz="1800"/>
            </a:pPr>
            <a:endParaRPr lang="en-IN"/>
          </a:p>
          <a:p>
            <a:pPr>
              <a:defRPr sz="1800"/>
            </a:pPr>
            <a:r>
              <a:rPr lang="en-IN"/>
              <a:t>Recommendation: prioritize advanced cybersecurity packages for connected,</a:t>
            </a:r>
          </a:p>
          <a:p>
            <a:pPr>
              <a:defRPr sz="1800"/>
            </a:pPr>
            <a:r>
              <a:rPr lang="en-IN"/>
              <a:t>OTA-enabled, high-ADAS, and luxury/premium segment vehicles.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t>Conclusion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GB" sz="1800"/>
              <a:t>Built an end-to-end multi-class ML pipeline predicting cybersecurity package adoption</a:t>
            </a:r>
          </a:p>
          <a:p>
            <a:pPr>
              <a:defRPr sz="1800"/>
            </a:pPr>
            <a:r>
              <a:rPr lang="en-GB" sz="1800"/>
              <a:t>across 3,000 vehicles using 14 vehicle attributes.</a:t>
            </a:r>
          </a:p>
          <a:p>
            <a:pPr>
              <a:defRPr sz="1800"/>
            </a:pPr>
            <a:r>
              <a:rPr lang="en-GB" sz="1800"/>
              <a:t>Decision Tree achieved the best weighted F1-Score (0.978) after tuning.</a:t>
            </a:r>
          </a:p>
          <a:p>
            <a:pPr>
              <a:defRPr sz="1800"/>
            </a:pPr>
            <a:r>
              <a:rPr lang="en-GB" sz="1800"/>
              <a:t>Connectivity, ADAS sophistication, and price are the strongest adoption drivers,</a:t>
            </a:r>
          </a:p>
          <a:p>
            <a:pPr>
              <a:defRPr sz="1800"/>
            </a:pPr>
            <a:r>
              <a:rPr lang="en-GB" sz="1800"/>
              <a:t>giving OEMs a clear basis for cybersecurity product strategy.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266958"/>
            <a:ext cx="6808362" cy="4528457"/>
          </a:xfrm>
        </p:spPr>
        <p:txBody>
          <a:bodyPr anchor="ctr">
            <a:normAutofit/>
          </a:bodyPr>
          <a:lstStyle/>
          <a:p>
            <a:r>
              <a:rPr dirty="0"/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</TotalTime>
  <Words>828</Words>
  <Application>Microsoft Office PowerPoint</Application>
  <PresentationFormat>Widescreen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Ion</vt:lpstr>
      <vt:lpstr>Automotive Cybersecurity Service Prediction</vt:lpstr>
      <vt:lpstr>Agenda</vt:lpstr>
      <vt:lpstr>Business Problem</vt:lpstr>
      <vt:lpstr>Dataset Overview</vt:lpstr>
      <vt:lpstr>Exploratory Data Analysis — Highlights</vt:lpstr>
      <vt:lpstr>Feature Engineering</vt:lpstr>
      <vt:lpstr>Models Built &amp; Validation Strategy</vt:lpstr>
      <vt:lpstr>Model Performance — Results</vt:lpstr>
      <vt:lpstr>Top Cybersecurity Adoption Drivers</vt:lpstr>
      <vt:lpstr>Prediction Examples</vt:lpstr>
      <vt:lpstr>Business Insights &amp; 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Yadav, Vipin</cp:lastModifiedBy>
  <cp:revision>1</cp:revision>
  <dcterms:created xsi:type="dcterms:W3CDTF">2013-01-27T09:14:16Z</dcterms:created>
  <dcterms:modified xsi:type="dcterms:W3CDTF">2026-08-10T18:07:04Z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c215d82-5bf5-4d07-af41-65de05a9c87a_Enabled">
    <vt:lpwstr>true</vt:lpwstr>
  </property>
  <property fmtid="{D5CDD505-2E9C-101B-9397-08002B2CF9AE}" pid="3" name="MSIP_Label_9c215d82-5bf5-4d07-af41-65de05a9c87a_SetDate">
    <vt:lpwstr>2026-08-10T17:59:52Z</vt:lpwstr>
  </property>
  <property fmtid="{D5CDD505-2E9C-101B-9397-08002B2CF9AE}" pid="4" name="MSIP_Label_9c215d82-5bf5-4d07-af41-65de05a9c87a_Method">
    <vt:lpwstr>Standard</vt:lpwstr>
  </property>
  <property fmtid="{D5CDD505-2E9C-101B-9397-08002B2CF9AE}" pid="5" name="MSIP_Label_9c215d82-5bf5-4d07-af41-65de05a9c87a_Name">
    <vt:lpwstr>Amber</vt:lpwstr>
  </property>
  <property fmtid="{D5CDD505-2E9C-101B-9397-08002B2CF9AE}" pid="6" name="MSIP_Label_9c215d82-5bf5-4d07-af41-65de05a9c87a_SiteId">
    <vt:lpwstr>f66b6bd3-ebc2-4f54-8769-d22858de97c5</vt:lpwstr>
  </property>
  <property fmtid="{D5CDD505-2E9C-101B-9397-08002B2CF9AE}" pid="7" name="MSIP_Label_9c215d82-5bf5-4d07-af41-65de05a9c87a_ActionId">
    <vt:lpwstr>718d56c1-1baf-49c1-818c-f1a8a84d80cd</vt:lpwstr>
  </property>
  <property fmtid="{D5CDD505-2E9C-101B-9397-08002B2CF9AE}" pid="8" name="MSIP_Label_9c215d82-5bf5-4d07-af41-65de05a9c87a_ContentBits">
    <vt:lpwstr>0</vt:lpwstr>
  </property>
  <property fmtid="{D5CDD505-2E9C-101B-9397-08002B2CF9AE}" pid="9" name="MSIP_Label_9c215d82-5bf5-4d07-af41-65de05a9c87a_Tag">
    <vt:lpwstr>10, 3, 0, 1</vt:lpwstr>
  </property>
</Properties>
</file>